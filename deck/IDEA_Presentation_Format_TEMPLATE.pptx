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7" r:id="rId2"/>
    <p:sldId id="298" r:id="rId3"/>
    <p:sldId id="281" r:id="rId4"/>
    <p:sldId id="290" r:id="rId5"/>
    <p:sldId id="293" r:id="rId6"/>
    <p:sldId id="299" r:id="rId7"/>
    <p:sldId id="296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F277-D966-5891-8E8E-FE1852E6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3166A99-EAE2-2E28-993F-D5871297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D88F3D-7791-59C8-716F-0AAD4C669A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C82298B-112C-33CB-5F98-D6F1C4A4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51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7CE727-C45C-A6F5-9EE5-AF363B2ADA27}"/>
              </a:ext>
            </a:extLst>
          </p:cNvPr>
          <p:cNvSpPr txBox="1"/>
          <p:nvPr/>
        </p:nvSpPr>
        <p:spPr>
          <a:xfrm>
            <a:off x="602343" y="1714078"/>
            <a:ext cx="10397765" cy="4073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title slide)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lang="en-US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portal.</a:t>
            </a:r>
            <a:endParaRPr lang="en-US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lang="en-US"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 txBox="1">
            <a:spLocks/>
          </p:cNvSpPr>
          <p:nvPr/>
        </p:nvSpPr>
        <p:spPr bwMode="auto">
          <a:xfrm>
            <a:off x="1415369" y="-365784"/>
            <a:ext cx="8534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 txBox="1"/>
          <p:nvPr/>
        </p:nvSpPr>
        <p:spPr>
          <a:xfrm>
            <a:off x="397274" y="1203454"/>
            <a:ext cx="5924550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Name (Registered on portal)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ID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200" b="1" u="sng" dirty="0"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ARTIFACTS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DD0C6F84-D6ED-416D-7179-055149D83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533653"/>
            <a:ext cx="93853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Relevant artifacts, such as 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Copy of the Code Embedded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Snaps of the 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solution proposal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Dashboard snaps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7668</TotalTime>
  <Words>320</Words>
  <Application>Microsoft Office PowerPoint</Application>
  <PresentationFormat>Widescreen</PresentationFormat>
  <Paragraphs>60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PowerPoint Presentation</vt:lpstr>
      <vt:lpstr> IDEA TITLE</vt:lpstr>
      <vt:lpstr>TECHNICAL APPROACH</vt:lpstr>
      <vt:lpstr>FEASIBILITY AND VIABILITY</vt:lpstr>
      <vt:lpstr>ARTIFACTS</vt:lpstr>
      <vt:lpstr>RESEARCH  AND REFERENCES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cp:keywords/>
  <dc:description/>
  <cp:lastModifiedBy>Ramesh MV (HirePro)</cp:lastModifiedBy>
  <cp:revision>153</cp:revision>
  <dcterms:created xsi:type="dcterms:W3CDTF">2013-12-12T18:46:50Z</dcterms:created>
  <dcterms:modified xsi:type="dcterms:W3CDTF">2026-07-24T16:33:04Z</dcterms:modified>
  <cp:category/>
</cp:coreProperties>
</file>